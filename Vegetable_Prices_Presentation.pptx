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2" r:id="rId5"/>
    <p:sldId id="258" r:id="rId6"/>
    <p:sldId id="263" r:id="rId7"/>
    <p:sldId id="260" r:id="rId8"/>
    <p:sldId id="261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B0E5C0-F52C-464C-93E0-8BCBA97827FD}" v="16" dt="2025-10-22T14:54:34.4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ben Juries, Vodacom" userId="a112b59b-4a08-4d46-8c3e-54464b8eaa41" providerId="ADAL" clId="{46B0E5C0-F52C-464C-93E0-8BCBA97827FD}"/>
    <pc:docChg chg="undo custSel addSld modSld sldOrd">
      <pc:chgData name="Ruben Juries, Vodacom" userId="a112b59b-4a08-4d46-8c3e-54464b8eaa41" providerId="ADAL" clId="{46B0E5C0-F52C-464C-93E0-8BCBA97827FD}" dt="2025-10-22T14:55:01.752" v="790" actId="122"/>
      <pc:docMkLst>
        <pc:docMk/>
      </pc:docMkLst>
      <pc:sldChg chg="addSp delSp modSp new mod setBg modClrScheme chgLayout">
        <pc:chgData name="Ruben Juries, Vodacom" userId="a112b59b-4a08-4d46-8c3e-54464b8eaa41" providerId="ADAL" clId="{46B0E5C0-F52C-464C-93E0-8BCBA97827FD}" dt="2025-10-22T14:45:42.237" v="504" actId="26606"/>
        <pc:sldMkLst>
          <pc:docMk/>
          <pc:sldMk cId="3144845298" sldId="257"/>
        </pc:sldMkLst>
        <pc:spChg chg="add mod">
          <ac:chgData name="Ruben Juries, Vodacom" userId="a112b59b-4a08-4d46-8c3e-54464b8eaa41" providerId="ADAL" clId="{46B0E5C0-F52C-464C-93E0-8BCBA97827FD}" dt="2025-10-22T14:45:42.211" v="503" actId="26606"/>
          <ac:spMkLst>
            <pc:docMk/>
            <pc:sldMk cId="3144845298" sldId="257"/>
            <ac:spMk id="2" creationId="{49A4098B-9103-2045-063D-0E7942CD8283}"/>
          </ac:spMkLst>
        </pc:spChg>
        <pc:spChg chg="add del mod">
          <ac:chgData name="Ruben Juries, Vodacom" userId="a112b59b-4a08-4d46-8c3e-54464b8eaa41" providerId="ADAL" clId="{46B0E5C0-F52C-464C-93E0-8BCBA97827FD}" dt="2025-10-22T14:45:42.237" v="504" actId="26606"/>
          <ac:spMkLst>
            <pc:docMk/>
            <pc:sldMk cId="3144845298" sldId="257"/>
            <ac:spMk id="3" creationId="{1C9CE41A-2E47-30B8-38D4-540A7F459111}"/>
          </ac:spMkLst>
        </pc:spChg>
        <pc:spChg chg="add del">
          <ac:chgData name="Ruben Juries, Vodacom" userId="a112b59b-4a08-4d46-8c3e-54464b8eaa41" providerId="ADAL" clId="{46B0E5C0-F52C-464C-93E0-8BCBA97827FD}" dt="2025-10-22T14:45:42.211" v="503" actId="26606"/>
          <ac:spMkLst>
            <pc:docMk/>
            <pc:sldMk cId="3144845298" sldId="257"/>
            <ac:spMk id="10" creationId="{E51BA4DF-2BD4-4EC2-B1DB-B27C8AC71864}"/>
          </ac:spMkLst>
        </pc:spChg>
        <pc:graphicFrameChg chg="add del">
          <ac:chgData name="Ruben Juries, Vodacom" userId="a112b59b-4a08-4d46-8c3e-54464b8eaa41" providerId="ADAL" clId="{46B0E5C0-F52C-464C-93E0-8BCBA97827FD}" dt="2025-10-22T14:45:42.211" v="503" actId="26606"/>
          <ac:graphicFrameMkLst>
            <pc:docMk/>
            <pc:sldMk cId="3144845298" sldId="257"/>
            <ac:graphicFrameMk id="5" creationId="{12951C76-9C2E-0C06-719D-AEA93837DD38}"/>
          </ac:graphicFrameMkLst>
        </pc:graphicFrameChg>
        <pc:graphicFrameChg chg="add">
          <ac:chgData name="Ruben Juries, Vodacom" userId="a112b59b-4a08-4d46-8c3e-54464b8eaa41" providerId="ADAL" clId="{46B0E5C0-F52C-464C-93E0-8BCBA97827FD}" dt="2025-10-22T14:45:42.237" v="504" actId="26606"/>
          <ac:graphicFrameMkLst>
            <pc:docMk/>
            <pc:sldMk cId="3144845298" sldId="257"/>
            <ac:graphicFrameMk id="12" creationId="{404486CA-ACBB-37AA-29DB-C0E730B5A1FA}"/>
          </ac:graphicFrameMkLst>
        </pc:graphicFrameChg>
        <pc:picChg chg="add del">
          <ac:chgData name="Ruben Juries, Vodacom" userId="a112b59b-4a08-4d46-8c3e-54464b8eaa41" providerId="ADAL" clId="{46B0E5C0-F52C-464C-93E0-8BCBA97827FD}" dt="2025-10-22T14:45:42.211" v="503" actId="26606"/>
          <ac:picMkLst>
            <pc:docMk/>
            <pc:sldMk cId="3144845298" sldId="257"/>
            <ac:picMk id="6" creationId="{4C6E0B67-D84B-FD49-4646-AEF420A16971}"/>
          </ac:picMkLst>
        </pc:picChg>
      </pc:sldChg>
      <pc:sldChg chg="addSp delSp modSp add mod ord">
        <pc:chgData name="Ruben Juries, Vodacom" userId="a112b59b-4a08-4d46-8c3e-54464b8eaa41" providerId="ADAL" clId="{46B0E5C0-F52C-464C-93E0-8BCBA97827FD}" dt="2025-10-22T14:50:16.806" v="593" actId="12"/>
        <pc:sldMkLst>
          <pc:docMk/>
          <pc:sldMk cId="4092556173" sldId="258"/>
        </pc:sldMkLst>
        <pc:spChg chg="add mod">
          <ac:chgData name="Ruben Juries, Vodacom" userId="a112b59b-4a08-4d46-8c3e-54464b8eaa41" providerId="ADAL" clId="{46B0E5C0-F52C-464C-93E0-8BCBA97827FD}" dt="2025-10-22T14:47:58.575" v="521" actId="20577"/>
          <ac:spMkLst>
            <pc:docMk/>
            <pc:sldMk cId="4092556173" sldId="258"/>
            <ac:spMk id="2" creationId="{B5188307-70E7-04C6-CA30-876F65C15288}"/>
          </ac:spMkLst>
        </pc:spChg>
        <pc:spChg chg="add del mod">
          <ac:chgData name="Ruben Juries, Vodacom" userId="a112b59b-4a08-4d46-8c3e-54464b8eaa41" providerId="ADAL" clId="{46B0E5C0-F52C-464C-93E0-8BCBA97827FD}" dt="2025-10-22T14:47:40.822" v="517"/>
          <ac:spMkLst>
            <pc:docMk/>
            <pc:sldMk cId="4092556173" sldId="258"/>
            <ac:spMk id="3" creationId="{1E8DD99E-8299-AFCE-2258-40C7263D21A9}"/>
          </ac:spMkLst>
        </pc:spChg>
        <pc:spChg chg="add mod">
          <ac:chgData name="Ruben Juries, Vodacom" userId="a112b59b-4a08-4d46-8c3e-54464b8eaa41" providerId="ADAL" clId="{46B0E5C0-F52C-464C-93E0-8BCBA97827FD}" dt="2025-10-22T14:50:16.806" v="593" actId="12"/>
          <ac:spMkLst>
            <pc:docMk/>
            <pc:sldMk cId="4092556173" sldId="258"/>
            <ac:spMk id="4" creationId="{14DD115F-787D-E62B-1123-037D98E1755C}"/>
          </ac:spMkLst>
        </pc:spChg>
      </pc:sldChg>
      <pc:sldChg chg="addSp modSp add mod">
        <pc:chgData name="Ruben Juries, Vodacom" userId="a112b59b-4a08-4d46-8c3e-54464b8eaa41" providerId="ADAL" clId="{46B0E5C0-F52C-464C-93E0-8BCBA97827FD}" dt="2025-10-22T14:52:18.228" v="682"/>
        <pc:sldMkLst>
          <pc:docMk/>
          <pc:sldMk cId="1932997785" sldId="259"/>
        </pc:sldMkLst>
        <pc:spChg chg="add mod">
          <ac:chgData name="Ruben Juries, Vodacom" userId="a112b59b-4a08-4d46-8c3e-54464b8eaa41" providerId="ADAL" clId="{46B0E5C0-F52C-464C-93E0-8BCBA97827FD}" dt="2025-10-22T14:51:36.172" v="646" actId="14100"/>
          <ac:spMkLst>
            <pc:docMk/>
            <pc:sldMk cId="1932997785" sldId="259"/>
            <ac:spMk id="2" creationId="{D0B02D0C-BA3D-20E3-C716-3B987DD9CAD1}"/>
          </ac:spMkLst>
        </pc:spChg>
        <pc:spChg chg="add mod">
          <ac:chgData name="Ruben Juries, Vodacom" userId="a112b59b-4a08-4d46-8c3e-54464b8eaa41" providerId="ADAL" clId="{46B0E5C0-F52C-464C-93E0-8BCBA97827FD}" dt="2025-10-22T14:52:18.228" v="682"/>
          <ac:spMkLst>
            <pc:docMk/>
            <pc:sldMk cId="1932997785" sldId="259"/>
            <ac:spMk id="3" creationId="{179A1A8B-3E60-8C19-BC1C-EED5A93F3EEF}"/>
          </ac:spMkLst>
        </pc:spChg>
      </pc:sldChg>
      <pc:sldChg chg="addSp modSp add mod">
        <pc:chgData name="Ruben Juries, Vodacom" userId="a112b59b-4a08-4d46-8c3e-54464b8eaa41" providerId="ADAL" clId="{46B0E5C0-F52C-464C-93E0-8BCBA97827FD}" dt="2025-10-22T14:51:14.526" v="619" actId="20577"/>
        <pc:sldMkLst>
          <pc:docMk/>
          <pc:sldMk cId="2125291664" sldId="260"/>
        </pc:sldMkLst>
        <pc:spChg chg="add mod">
          <ac:chgData name="Ruben Juries, Vodacom" userId="a112b59b-4a08-4d46-8c3e-54464b8eaa41" providerId="ADAL" clId="{46B0E5C0-F52C-464C-93E0-8BCBA97827FD}" dt="2025-10-22T14:51:14.526" v="619" actId="20577"/>
          <ac:spMkLst>
            <pc:docMk/>
            <pc:sldMk cId="2125291664" sldId="260"/>
            <ac:spMk id="2" creationId="{907C25A9-0AC3-6CCB-5616-518CF0E60DA8}"/>
          </ac:spMkLst>
        </pc:spChg>
      </pc:sldChg>
      <pc:sldChg chg="add">
        <pc:chgData name="Ruben Juries, Vodacom" userId="a112b59b-4a08-4d46-8c3e-54464b8eaa41" providerId="ADAL" clId="{46B0E5C0-F52C-464C-93E0-8BCBA97827FD}" dt="2025-10-22T14:40:44.638" v="4"/>
        <pc:sldMkLst>
          <pc:docMk/>
          <pc:sldMk cId="4171634059" sldId="261"/>
        </pc:sldMkLst>
      </pc:sldChg>
      <pc:sldChg chg="addSp delSp modSp add mod">
        <pc:chgData name="Ruben Juries, Vodacom" userId="a112b59b-4a08-4d46-8c3e-54464b8eaa41" providerId="ADAL" clId="{46B0E5C0-F52C-464C-93E0-8BCBA97827FD}" dt="2025-10-22T14:52:16.129" v="681"/>
        <pc:sldMkLst>
          <pc:docMk/>
          <pc:sldMk cId="451526839" sldId="262"/>
        </pc:sldMkLst>
        <pc:spChg chg="mod">
          <ac:chgData name="Ruben Juries, Vodacom" userId="a112b59b-4a08-4d46-8c3e-54464b8eaa41" providerId="ADAL" clId="{46B0E5C0-F52C-464C-93E0-8BCBA97827FD}" dt="2025-10-22T14:51:59.914" v="678" actId="313"/>
          <ac:spMkLst>
            <pc:docMk/>
            <pc:sldMk cId="451526839" sldId="262"/>
            <ac:spMk id="2" creationId="{D5FDF3B5-9193-C21A-02FB-032AB731E5BE}"/>
          </ac:spMkLst>
        </pc:spChg>
        <pc:spChg chg="add del">
          <ac:chgData name="Ruben Juries, Vodacom" userId="a112b59b-4a08-4d46-8c3e-54464b8eaa41" providerId="ADAL" clId="{46B0E5C0-F52C-464C-93E0-8BCBA97827FD}" dt="2025-10-22T14:52:11.333" v="680" actId="478"/>
          <ac:spMkLst>
            <pc:docMk/>
            <pc:sldMk cId="451526839" sldId="262"/>
            <ac:spMk id="4" creationId="{BAF2056A-95CE-586F-6CD4-191DD8B4DC5C}"/>
          </ac:spMkLst>
        </pc:spChg>
        <pc:spChg chg="add mod">
          <ac:chgData name="Ruben Juries, Vodacom" userId="a112b59b-4a08-4d46-8c3e-54464b8eaa41" providerId="ADAL" clId="{46B0E5C0-F52C-464C-93E0-8BCBA97827FD}" dt="2025-10-22T14:52:16.129" v="681"/>
          <ac:spMkLst>
            <pc:docMk/>
            <pc:sldMk cId="451526839" sldId="262"/>
            <ac:spMk id="5" creationId="{2B49D5D7-41F7-1792-5070-82B0CD37F56D}"/>
          </ac:spMkLst>
        </pc:spChg>
      </pc:sldChg>
      <pc:sldChg chg="modSp add mod ord">
        <pc:chgData name="Ruben Juries, Vodacom" userId="a112b59b-4a08-4d46-8c3e-54464b8eaa41" providerId="ADAL" clId="{46B0E5C0-F52C-464C-93E0-8BCBA97827FD}" dt="2025-10-22T14:53:00.511" v="720"/>
        <pc:sldMkLst>
          <pc:docMk/>
          <pc:sldMk cId="2758100310" sldId="263"/>
        </pc:sldMkLst>
        <pc:spChg chg="mod">
          <ac:chgData name="Ruben Juries, Vodacom" userId="a112b59b-4a08-4d46-8c3e-54464b8eaa41" providerId="ADAL" clId="{46B0E5C0-F52C-464C-93E0-8BCBA97827FD}" dt="2025-10-22T14:52:57.510" v="718" actId="313"/>
          <ac:spMkLst>
            <pc:docMk/>
            <pc:sldMk cId="2758100310" sldId="263"/>
            <ac:spMk id="2" creationId="{A35D46B1-BDA6-D59A-0E8D-9C8D2DE8423F}"/>
          </ac:spMkLst>
        </pc:spChg>
        <pc:spChg chg="mod">
          <ac:chgData name="Ruben Juries, Vodacom" userId="a112b59b-4a08-4d46-8c3e-54464b8eaa41" providerId="ADAL" clId="{46B0E5C0-F52C-464C-93E0-8BCBA97827FD}" dt="2025-10-22T14:52:47.544" v="715" actId="1076"/>
          <ac:spMkLst>
            <pc:docMk/>
            <pc:sldMk cId="2758100310" sldId="263"/>
            <ac:spMk id="4" creationId="{DE4589D3-5E20-0A7B-F1D3-6DD3A50FEDC2}"/>
          </ac:spMkLst>
        </pc:spChg>
      </pc:sldChg>
      <pc:sldChg chg="addSp modSp add mod">
        <pc:chgData name="Ruben Juries, Vodacom" userId="a112b59b-4a08-4d46-8c3e-54464b8eaa41" providerId="ADAL" clId="{46B0E5C0-F52C-464C-93E0-8BCBA97827FD}" dt="2025-10-22T14:55:01.752" v="790" actId="122"/>
        <pc:sldMkLst>
          <pc:docMk/>
          <pc:sldMk cId="307615118" sldId="264"/>
        </pc:sldMkLst>
        <pc:spChg chg="mod">
          <ac:chgData name="Ruben Juries, Vodacom" userId="a112b59b-4a08-4d46-8c3e-54464b8eaa41" providerId="ADAL" clId="{46B0E5C0-F52C-464C-93E0-8BCBA97827FD}" dt="2025-10-22T14:54:26.624" v="779" actId="313"/>
          <ac:spMkLst>
            <pc:docMk/>
            <pc:sldMk cId="307615118" sldId="264"/>
            <ac:spMk id="2" creationId="{AE82935A-E714-4E24-288B-B000C13ED21F}"/>
          </ac:spMkLst>
        </pc:spChg>
        <pc:spChg chg="add mod">
          <ac:chgData name="Ruben Juries, Vodacom" userId="a112b59b-4a08-4d46-8c3e-54464b8eaa41" providerId="ADAL" clId="{46B0E5C0-F52C-464C-93E0-8BCBA97827FD}" dt="2025-10-22T14:55:01.752" v="790" actId="122"/>
          <ac:spMkLst>
            <pc:docMk/>
            <pc:sldMk cId="307615118" sldId="264"/>
            <ac:spMk id="3" creationId="{8E102363-F9FA-0516-6937-C47FBC12F78D}"/>
          </ac:spMkLst>
        </pc:spChg>
        <pc:spChg chg="mod">
          <ac:chgData name="Ruben Juries, Vodacom" userId="a112b59b-4a08-4d46-8c3e-54464b8eaa41" providerId="ADAL" clId="{46B0E5C0-F52C-464C-93E0-8BCBA97827FD}" dt="2025-10-22T14:54:56.455" v="788" actId="1076"/>
          <ac:spMkLst>
            <pc:docMk/>
            <pc:sldMk cId="307615118" sldId="264"/>
            <ac:spMk id="4" creationId="{413537D5-4174-27A6-4A17-6E44456629B7}"/>
          </ac:spMkLst>
        </pc:spChg>
      </pc:sldChg>
      <pc:sldChg chg="add">
        <pc:chgData name="Ruben Juries, Vodacom" userId="a112b59b-4a08-4d46-8c3e-54464b8eaa41" providerId="ADAL" clId="{46B0E5C0-F52C-464C-93E0-8BCBA97827FD}" dt="2025-10-22T14:54:18.267" v="778"/>
        <pc:sldMkLst>
          <pc:docMk/>
          <pc:sldMk cId="3591086158" sldId="265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F73512-55EE-4328-BE9D-5899FD49F13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2CA941A-56B9-4941-A798-7EFD7D89DB1E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These findings and explanations are based on the Vegetable prices data in csv format found in Kaggle</a:t>
          </a:r>
          <a:endParaRPr lang="en-US"/>
        </a:p>
      </dgm:t>
    </dgm:pt>
    <dgm:pt modelId="{44E7484C-819C-4545-BA18-C16C02E816D5}" type="parTrans" cxnId="{B58ED785-35EC-4DB2-8EAC-BDDB006F904E}">
      <dgm:prSet/>
      <dgm:spPr/>
      <dgm:t>
        <a:bodyPr/>
        <a:lstStyle/>
        <a:p>
          <a:endParaRPr lang="en-US"/>
        </a:p>
      </dgm:t>
    </dgm:pt>
    <dgm:pt modelId="{A42BE9E2-108F-4BEA-939F-8578FEA3DA65}" type="sibTrans" cxnId="{B58ED785-35EC-4DB2-8EAC-BDDB006F904E}">
      <dgm:prSet/>
      <dgm:spPr/>
      <dgm:t>
        <a:bodyPr/>
        <a:lstStyle/>
        <a:p>
          <a:endParaRPr lang="en-US"/>
        </a:p>
      </dgm:t>
    </dgm:pt>
    <dgm:pt modelId="{3DC23F42-77B8-4865-ADE6-CB0991DD2390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The data was imported into a notebook using Python for importing, cleaning, analysis and modelling predictions</a:t>
          </a:r>
          <a:endParaRPr lang="en-US"/>
        </a:p>
      </dgm:t>
    </dgm:pt>
    <dgm:pt modelId="{9D3CD8A4-8AAA-4B4E-A625-233DB2C224F7}" type="parTrans" cxnId="{9BB78671-05CF-42A0-AD1B-8AD5DFA7DC56}">
      <dgm:prSet/>
      <dgm:spPr/>
      <dgm:t>
        <a:bodyPr/>
        <a:lstStyle/>
        <a:p>
          <a:endParaRPr lang="en-US"/>
        </a:p>
      </dgm:t>
    </dgm:pt>
    <dgm:pt modelId="{7110DA8E-E8F2-46FD-A2E9-D499854D9581}" type="sibTrans" cxnId="{9BB78671-05CF-42A0-AD1B-8AD5DFA7DC56}">
      <dgm:prSet/>
      <dgm:spPr/>
      <dgm:t>
        <a:bodyPr/>
        <a:lstStyle/>
        <a:p>
          <a:endParaRPr lang="en-US"/>
        </a:p>
      </dgm:t>
    </dgm:pt>
    <dgm:pt modelId="{8EF1B173-B7BC-44A9-AC57-A6CB3C21D5DE}">
      <dgm:prSet/>
      <dgm:spPr/>
      <dgm:t>
        <a:bodyPr/>
        <a:lstStyle/>
        <a:p>
          <a:pPr>
            <a:lnSpc>
              <a:spcPct val="100000"/>
            </a:lnSpc>
          </a:pPr>
          <a:r>
            <a:rPr lang="en-ZA"/>
            <a:t>The vegetable prices explained are relative to the dataset and does not explain vegetable prices from data sources outside of the used dataset</a:t>
          </a:r>
          <a:endParaRPr lang="en-US"/>
        </a:p>
      </dgm:t>
    </dgm:pt>
    <dgm:pt modelId="{D09B1D0F-2BE5-47D3-B348-FA57DB22AE94}" type="parTrans" cxnId="{017598A1-99BD-4ED2-96C3-D25BA195A804}">
      <dgm:prSet/>
      <dgm:spPr/>
      <dgm:t>
        <a:bodyPr/>
        <a:lstStyle/>
        <a:p>
          <a:endParaRPr lang="en-US"/>
        </a:p>
      </dgm:t>
    </dgm:pt>
    <dgm:pt modelId="{3A7831D9-4C41-4E49-9441-C40FBD85A249}" type="sibTrans" cxnId="{017598A1-99BD-4ED2-96C3-D25BA195A804}">
      <dgm:prSet/>
      <dgm:spPr/>
      <dgm:t>
        <a:bodyPr/>
        <a:lstStyle/>
        <a:p>
          <a:endParaRPr lang="en-US"/>
        </a:p>
      </dgm:t>
    </dgm:pt>
    <dgm:pt modelId="{66D5EDE2-85D5-4F00-A5C0-D440ABD33F44}" type="pres">
      <dgm:prSet presAssocID="{F5F73512-55EE-4328-BE9D-5899FD49F130}" presName="root" presStyleCnt="0">
        <dgm:presLayoutVars>
          <dgm:dir/>
          <dgm:resizeHandles val="exact"/>
        </dgm:presLayoutVars>
      </dgm:prSet>
      <dgm:spPr/>
    </dgm:pt>
    <dgm:pt modelId="{36E29E2D-A285-45F8-B329-0FE7C8871E4E}" type="pres">
      <dgm:prSet presAssocID="{32CA941A-56B9-4941-A798-7EFD7D89DB1E}" presName="compNode" presStyleCnt="0"/>
      <dgm:spPr/>
    </dgm:pt>
    <dgm:pt modelId="{EB968F99-8DC7-4A62-9DCF-67BEA419C190}" type="pres">
      <dgm:prSet presAssocID="{32CA941A-56B9-4941-A798-7EFD7D89DB1E}" presName="bgRect" presStyleLbl="bgShp" presStyleIdx="0" presStyleCnt="3"/>
      <dgm:spPr/>
    </dgm:pt>
    <dgm:pt modelId="{696F5244-6171-4B90-AF59-535275048ED2}" type="pres">
      <dgm:prSet presAssocID="{32CA941A-56B9-4941-A798-7EFD7D89DB1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CB7421F6-9A24-44BD-AFEC-722D513F0696}" type="pres">
      <dgm:prSet presAssocID="{32CA941A-56B9-4941-A798-7EFD7D89DB1E}" presName="spaceRect" presStyleCnt="0"/>
      <dgm:spPr/>
    </dgm:pt>
    <dgm:pt modelId="{B9A7AD92-ED6A-4FB6-9977-06E77CA85A78}" type="pres">
      <dgm:prSet presAssocID="{32CA941A-56B9-4941-A798-7EFD7D89DB1E}" presName="parTx" presStyleLbl="revTx" presStyleIdx="0" presStyleCnt="3">
        <dgm:presLayoutVars>
          <dgm:chMax val="0"/>
          <dgm:chPref val="0"/>
        </dgm:presLayoutVars>
      </dgm:prSet>
      <dgm:spPr/>
    </dgm:pt>
    <dgm:pt modelId="{4F433E53-ABB8-45C6-8B4F-FD7B4B141213}" type="pres">
      <dgm:prSet presAssocID="{A42BE9E2-108F-4BEA-939F-8578FEA3DA65}" presName="sibTrans" presStyleCnt="0"/>
      <dgm:spPr/>
    </dgm:pt>
    <dgm:pt modelId="{7B7D1F3C-31F9-4FFB-8D1F-52998C6B9CE2}" type="pres">
      <dgm:prSet presAssocID="{3DC23F42-77B8-4865-ADE6-CB0991DD2390}" presName="compNode" presStyleCnt="0"/>
      <dgm:spPr/>
    </dgm:pt>
    <dgm:pt modelId="{0A477EBE-401B-40A3-BBFE-726638BCF609}" type="pres">
      <dgm:prSet presAssocID="{3DC23F42-77B8-4865-ADE6-CB0991DD2390}" presName="bgRect" presStyleLbl="bgShp" presStyleIdx="1" presStyleCnt="3"/>
      <dgm:spPr/>
    </dgm:pt>
    <dgm:pt modelId="{329B7AD7-681F-47A3-9238-063BE0795831}" type="pres">
      <dgm:prSet presAssocID="{3DC23F42-77B8-4865-ADE6-CB0991DD239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1BF29C11-E9CC-4D1F-B845-288556D6D34E}" type="pres">
      <dgm:prSet presAssocID="{3DC23F42-77B8-4865-ADE6-CB0991DD2390}" presName="spaceRect" presStyleCnt="0"/>
      <dgm:spPr/>
    </dgm:pt>
    <dgm:pt modelId="{5BBB4DE2-6177-451D-90E8-94F5ED4CCDFF}" type="pres">
      <dgm:prSet presAssocID="{3DC23F42-77B8-4865-ADE6-CB0991DD2390}" presName="parTx" presStyleLbl="revTx" presStyleIdx="1" presStyleCnt="3">
        <dgm:presLayoutVars>
          <dgm:chMax val="0"/>
          <dgm:chPref val="0"/>
        </dgm:presLayoutVars>
      </dgm:prSet>
      <dgm:spPr/>
    </dgm:pt>
    <dgm:pt modelId="{CF159B9A-994F-4511-AC97-02D3CDC56F85}" type="pres">
      <dgm:prSet presAssocID="{7110DA8E-E8F2-46FD-A2E9-D499854D9581}" presName="sibTrans" presStyleCnt="0"/>
      <dgm:spPr/>
    </dgm:pt>
    <dgm:pt modelId="{3BB8823A-976E-400C-BE79-073507313524}" type="pres">
      <dgm:prSet presAssocID="{8EF1B173-B7BC-44A9-AC57-A6CB3C21D5DE}" presName="compNode" presStyleCnt="0"/>
      <dgm:spPr/>
    </dgm:pt>
    <dgm:pt modelId="{3A9A93A2-64F7-4F82-9A91-81EB6040FA35}" type="pres">
      <dgm:prSet presAssocID="{8EF1B173-B7BC-44A9-AC57-A6CB3C21D5DE}" presName="bgRect" presStyleLbl="bgShp" presStyleIdx="2" presStyleCnt="3"/>
      <dgm:spPr/>
    </dgm:pt>
    <dgm:pt modelId="{011A51D3-DEFA-4B4F-ADB7-EA9E478AB773}" type="pres">
      <dgm:prSet presAssocID="{8EF1B173-B7BC-44A9-AC57-A6CB3C21D5D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F6FFD38E-B1ED-46AF-AE6D-FDC89DCE9DED}" type="pres">
      <dgm:prSet presAssocID="{8EF1B173-B7BC-44A9-AC57-A6CB3C21D5DE}" presName="spaceRect" presStyleCnt="0"/>
      <dgm:spPr/>
    </dgm:pt>
    <dgm:pt modelId="{F70BD0B7-E696-4229-8463-27089BF124D1}" type="pres">
      <dgm:prSet presAssocID="{8EF1B173-B7BC-44A9-AC57-A6CB3C21D5D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D7ECA35-1A8A-4365-88FB-61D1BECE3D60}" type="presOf" srcId="{F5F73512-55EE-4328-BE9D-5899FD49F130}" destId="{66D5EDE2-85D5-4F00-A5C0-D440ABD33F44}" srcOrd="0" destOrd="0" presId="urn:microsoft.com/office/officeart/2018/2/layout/IconVerticalSolidList"/>
    <dgm:cxn modelId="{9BB78671-05CF-42A0-AD1B-8AD5DFA7DC56}" srcId="{F5F73512-55EE-4328-BE9D-5899FD49F130}" destId="{3DC23F42-77B8-4865-ADE6-CB0991DD2390}" srcOrd="1" destOrd="0" parTransId="{9D3CD8A4-8AAA-4B4E-A625-233DB2C224F7}" sibTransId="{7110DA8E-E8F2-46FD-A2E9-D499854D9581}"/>
    <dgm:cxn modelId="{5BC2C458-A325-448E-A135-A7B1E9EABF25}" type="presOf" srcId="{8EF1B173-B7BC-44A9-AC57-A6CB3C21D5DE}" destId="{F70BD0B7-E696-4229-8463-27089BF124D1}" srcOrd="0" destOrd="0" presId="urn:microsoft.com/office/officeart/2018/2/layout/IconVerticalSolidList"/>
    <dgm:cxn modelId="{B58ED785-35EC-4DB2-8EAC-BDDB006F904E}" srcId="{F5F73512-55EE-4328-BE9D-5899FD49F130}" destId="{32CA941A-56B9-4941-A798-7EFD7D89DB1E}" srcOrd="0" destOrd="0" parTransId="{44E7484C-819C-4545-BA18-C16C02E816D5}" sibTransId="{A42BE9E2-108F-4BEA-939F-8578FEA3DA65}"/>
    <dgm:cxn modelId="{017598A1-99BD-4ED2-96C3-D25BA195A804}" srcId="{F5F73512-55EE-4328-BE9D-5899FD49F130}" destId="{8EF1B173-B7BC-44A9-AC57-A6CB3C21D5DE}" srcOrd="2" destOrd="0" parTransId="{D09B1D0F-2BE5-47D3-B348-FA57DB22AE94}" sibTransId="{3A7831D9-4C41-4E49-9441-C40FBD85A249}"/>
    <dgm:cxn modelId="{B3B874C7-4C1D-4EC4-9AA1-194A3B845CFA}" type="presOf" srcId="{32CA941A-56B9-4941-A798-7EFD7D89DB1E}" destId="{B9A7AD92-ED6A-4FB6-9977-06E77CA85A78}" srcOrd="0" destOrd="0" presId="urn:microsoft.com/office/officeart/2018/2/layout/IconVerticalSolidList"/>
    <dgm:cxn modelId="{B88DE5EF-D05B-465D-9399-8F46FF879C49}" type="presOf" srcId="{3DC23F42-77B8-4865-ADE6-CB0991DD2390}" destId="{5BBB4DE2-6177-451D-90E8-94F5ED4CCDFF}" srcOrd="0" destOrd="0" presId="urn:microsoft.com/office/officeart/2018/2/layout/IconVerticalSolidList"/>
    <dgm:cxn modelId="{6A2032F0-EE1F-4F0C-8819-857C1E82844B}" type="presParOf" srcId="{66D5EDE2-85D5-4F00-A5C0-D440ABD33F44}" destId="{36E29E2D-A285-45F8-B329-0FE7C8871E4E}" srcOrd="0" destOrd="0" presId="urn:microsoft.com/office/officeart/2018/2/layout/IconVerticalSolidList"/>
    <dgm:cxn modelId="{4979C4D0-7C49-4EA3-914D-5C454BCFCE66}" type="presParOf" srcId="{36E29E2D-A285-45F8-B329-0FE7C8871E4E}" destId="{EB968F99-8DC7-4A62-9DCF-67BEA419C190}" srcOrd="0" destOrd="0" presId="urn:microsoft.com/office/officeart/2018/2/layout/IconVerticalSolidList"/>
    <dgm:cxn modelId="{1E1ED0C0-8CDC-4685-9E53-847C74492CAB}" type="presParOf" srcId="{36E29E2D-A285-45F8-B329-0FE7C8871E4E}" destId="{696F5244-6171-4B90-AF59-535275048ED2}" srcOrd="1" destOrd="0" presId="urn:microsoft.com/office/officeart/2018/2/layout/IconVerticalSolidList"/>
    <dgm:cxn modelId="{558E9316-BAEB-4417-8D8A-36EDAE0B7AD9}" type="presParOf" srcId="{36E29E2D-A285-45F8-B329-0FE7C8871E4E}" destId="{CB7421F6-9A24-44BD-AFEC-722D513F0696}" srcOrd="2" destOrd="0" presId="urn:microsoft.com/office/officeart/2018/2/layout/IconVerticalSolidList"/>
    <dgm:cxn modelId="{E76FD81C-22D6-4D67-8DE4-ADA8A9A8F6E6}" type="presParOf" srcId="{36E29E2D-A285-45F8-B329-0FE7C8871E4E}" destId="{B9A7AD92-ED6A-4FB6-9977-06E77CA85A78}" srcOrd="3" destOrd="0" presId="urn:microsoft.com/office/officeart/2018/2/layout/IconVerticalSolidList"/>
    <dgm:cxn modelId="{F502B39A-DFFF-40D3-AE77-E42649848687}" type="presParOf" srcId="{66D5EDE2-85D5-4F00-A5C0-D440ABD33F44}" destId="{4F433E53-ABB8-45C6-8B4F-FD7B4B141213}" srcOrd="1" destOrd="0" presId="urn:microsoft.com/office/officeart/2018/2/layout/IconVerticalSolidList"/>
    <dgm:cxn modelId="{EE05DB5E-3775-4CCF-9DBE-E8023421D064}" type="presParOf" srcId="{66D5EDE2-85D5-4F00-A5C0-D440ABD33F44}" destId="{7B7D1F3C-31F9-4FFB-8D1F-52998C6B9CE2}" srcOrd="2" destOrd="0" presId="urn:microsoft.com/office/officeart/2018/2/layout/IconVerticalSolidList"/>
    <dgm:cxn modelId="{2586F321-2DED-4593-9082-D893D2EFA088}" type="presParOf" srcId="{7B7D1F3C-31F9-4FFB-8D1F-52998C6B9CE2}" destId="{0A477EBE-401B-40A3-BBFE-726638BCF609}" srcOrd="0" destOrd="0" presId="urn:microsoft.com/office/officeart/2018/2/layout/IconVerticalSolidList"/>
    <dgm:cxn modelId="{C81F2516-792B-4DDC-81A5-61223714A278}" type="presParOf" srcId="{7B7D1F3C-31F9-4FFB-8D1F-52998C6B9CE2}" destId="{329B7AD7-681F-47A3-9238-063BE0795831}" srcOrd="1" destOrd="0" presId="urn:microsoft.com/office/officeart/2018/2/layout/IconVerticalSolidList"/>
    <dgm:cxn modelId="{725F85AA-C25B-4866-8E16-F0DDC319D471}" type="presParOf" srcId="{7B7D1F3C-31F9-4FFB-8D1F-52998C6B9CE2}" destId="{1BF29C11-E9CC-4D1F-B845-288556D6D34E}" srcOrd="2" destOrd="0" presId="urn:microsoft.com/office/officeart/2018/2/layout/IconVerticalSolidList"/>
    <dgm:cxn modelId="{3576F545-83FE-4A7F-A806-2945B03B1ED3}" type="presParOf" srcId="{7B7D1F3C-31F9-4FFB-8D1F-52998C6B9CE2}" destId="{5BBB4DE2-6177-451D-90E8-94F5ED4CCDFF}" srcOrd="3" destOrd="0" presId="urn:microsoft.com/office/officeart/2018/2/layout/IconVerticalSolidList"/>
    <dgm:cxn modelId="{1C665FA5-713B-47E1-95B5-821F9D9C99AE}" type="presParOf" srcId="{66D5EDE2-85D5-4F00-A5C0-D440ABD33F44}" destId="{CF159B9A-994F-4511-AC97-02D3CDC56F85}" srcOrd="3" destOrd="0" presId="urn:microsoft.com/office/officeart/2018/2/layout/IconVerticalSolidList"/>
    <dgm:cxn modelId="{D480C587-BC3C-44BE-A57C-D0BF0B223792}" type="presParOf" srcId="{66D5EDE2-85D5-4F00-A5C0-D440ABD33F44}" destId="{3BB8823A-976E-400C-BE79-073507313524}" srcOrd="4" destOrd="0" presId="urn:microsoft.com/office/officeart/2018/2/layout/IconVerticalSolidList"/>
    <dgm:cxn modelId="{E235509D-C669-4352-A668-0268FF9959C0}" type="presParOf" srcId="{3BB8823A-976E-400C-BE79-073507313524}" destId="{3A9A93A2-64F7-4F82-9A91-81EB6040FA35}" srcOrd="0" destOrd="0" presId="urn:microsoft.com/office/officeart/2018/2/layout/IconVerticalSolidList"/>
    <dgm:cxn modelId="{D549CF88-A3C0-468C-A91F-792D66262538}" type="presParOf" srcId="{3BB8823A-976E-400C-BE79-073507313524}" destId="{011A51D3-DEFA-4B4F-ADB7-EA9E478AB773}" srcOrd="1" destOrd="0" presId="urn:microsoft.com/office/officeart/2018/2/layout/IconVerticalSolidList"/>
    <dgm:cxn modelId="{379F4E50-FA80-4821-8732-FB8A4794F327}" type="presParOf" srcId="{3BB8823A-976E-400C-BE79-073507313524}" destId="{F6FFD38E-B1ED-46AF-AE6D-FDC89DCE9DED}" srcOrd="2" destOrd="0" presId="urn:microsoft.com/office/officeart/2018/2/layout/IconVerticalSolidList"/>
    <dgm:cxn modelId="{75F5B54E-C71D-460C-A713-AD5AE4FAE07A}" type="presParOf" srcId="{3BB8823A-976E-400C-BE79-073507313524}" destId="{F70BD0B7-E696-4229-8463-27089BF124D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968F99-8DC7-4A62-9DCF-67BEA419C190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6F5244-6171-4B90-AF59-535275048ED2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A7AD92-ED6A-4FB6-9977-06E77CA85A78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These findings and explanations are based on the Vegetable prices data in csv format found in Kaggle</a:t>
          </a:r>
          <a:endParaRPr lang="en-US" sz="2200" kern="1200"/>
        </a:p>
      </dsp:txBody>
      <dsp:txXfrm>
        <a:off x="1435590" y="531"/>
        <a:ext cx="9080009" cy="1242935"/>
      </dsp:txXfrm>
    </dsp:sp>
    <dsp:sp modelId="{0A477EBE-401B-40A3-BBFE-726638BCF609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9B7AD7-681F-47A3-9238-063BE0795831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BB4DE2-6177-451D-90E8-94F5ED4CCDFF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The data was imported into a notebook using Python for importing, cleaning, analysis and modelling predictions</a:t>
          </a:r>
          <a:endParaRPr lang="en-US" sz="2200" kern="1200"/>
        </a:p>
      </dsp:txBody>
      <dsp:txXfrm>
        <a:off x="1435590" y="1554201"/>
        <a:ext cx="9080009" cy="1242935"/>
      </dsp:txXfrm>
    </dsp:sp>
    <dsp:sp modelId="{3A9A93A2-64F7-4F82-9A91-81EB6040FA35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11A51D3-DEFA-4B4F-ADB7-EA9E478AB773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0BD0B7-E696-4229-8463-27089BF124D1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2200" kern="1200"/>
            <a:t>The vegetable prices explained are relative to the dataset and does not explain vegetable prices from data sources outside of the used dataset</a:t>
          </a:r>
          <a:endParaRPr lang="en-US" sz="2200" kern="1200"/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3DAB2-CBED-219F-0B8C-5D851A1AEE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1E293-A94E-235D-4BE5-CE98ACB6CE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B5CED-A2ED-E3DE-E7C2-298247752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E169-2DF7-4CF2-BA65-B0DB77F8557D}" type="datetimeFigureOut">
              <a:rPr lang="en-ZA" smtClean="0"/>
              <a:t>2025/10/22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EF389-FA13-1B73-AD86-DA83EFC89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8702C-152D-9CA9-2E78-6A0CD29795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80C9-9162-4DFD-9AD5-F8A66F75EBB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383958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CFB4C-65CC-53A7-4FC8-A2632FB09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917F1-56A2-F6D7-1AC1-949C8A0141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D19944-1FD6-D02A-49A4-4D0CB0A89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E169-2DF7-4CF2-BA65-B0DB77F8557D}" type="datetimeFigureOut">
              <a:rPr lang="en-ZA" smtClean="0"/>
              <a:t>2025/10/22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BC5A5-A669-17F4-B15A-5F21A3C13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737757-155D-9477-B695-3C1165408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80C9-9162-4DFD-9AD5-F8A66F75EBB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63672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7D314-FB4B-02C5-0CEB-F41974D30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CF256D-95EB-84DC-93D9-F39CA54F45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5C277-4500-A88F-63CF-6307F8EB5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E169-2DF7-4CF2-BA65-B0DB77F8557D}" type="datetimeFigureOut">
              <a:rPr lang="en-ZA" smtClean="0"/>
              <a:t>2025/10/22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D4D7E-ED0C-8AA7-547A-E89504692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5015A-BE9F-0DD7-BBE2-A503EDE92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80C9-9162-4DFD-9AD5-F8A66F75EBB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11256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88FA8-7E18-3145-A82C-359B1F722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BA310-108A-E011-C6C1-A09D2E0C4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4097B0-4E5E-C74F-96C9-E77F90B48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B5AF4-D981-B12D-0DE1-78B4A19AE5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E169-2DF7-4CF2-BA65-B0DB77F8557D}" type="datetimeFigureOut">
              <a:rPr lang="en-ZA" smtClean="0"/>
              <a:t>2025/10/22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BF40D-ED3C-128B-7FB5-30A1C6C208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F275EA-AB39-E759-1B67-A0702E34A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80C9-9162-4DFD-9AD5-F8A66F75EBB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35218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338F2-6305-C0FB-1886-348EADA80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D8013-A786-CFB6-EB78-7C1697D1A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FA46A9-C6E2-D632-4CE4-B8A39CA9C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EF28F-DC39-2F92-DAC1-7B74C3102A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CF90B0-741D-4D03-72F9-58C831573B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579E19-B364-BF2E-F736-43DC491A4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E169-2DF7-4CF2-BA65-B0DB77F8557D}" type="datetimeFigureOut">
              <a:rPr lang="en-ZA" smtClean="0"/>
              <a:t>2025/10/22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E7BE2C-3061-8C24-9E56-914241884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DB5AC-5972-4C34-8B3A-D58E237D2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80C9-9162-4DFD-9AD5-F8A66F75EBB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045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9160D-11B8-71DC-037D-E1A1C4D3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AD427-FE36-7851-7933-10C2DD610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E169-2DF7-4CF2-BA65-B0DB77F8557D}" type="datetimeFigureOut">
              <a:rPr lang="en-ZA" smtClean="0"/>
              <a:t>2025/10/22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24E9CA-6C77-6BFC-4959-10036ED7D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604A2-E78F-F3B2-8BEC-FEDCCA02E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80C9-9162-4DFD-9AD5-F8A66F75EBB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8966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2EBF0C-4709-5108-CECC-63E1CA272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E169-2DF7-4CF2-BA65-B0DB77F8557D}" type="datetimeFigureOut">
              <a:rPr lang="en-ZA" smtClean="0"/>
              <a:t>2025/10/22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021813-5883-F1C9-B8B4-EC404633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A0FCDF-C373-D3D3-F83C-A5E81B18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80C9-9162-4DFD-9AD5-F8A66F75EBB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02308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C6699-B461-8775-0CC2-78118BF53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EEA0E-61BB-288D-A71E-289D47223E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E8FF1-F0C1-7080-24AC-F0DA2A1690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E53142-BCEC-FD70-08C3-246A74527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E169-2DF7-4CF2-BA65-B0DB77F8557D}" type="datetimeFigureOut">
              <a:rPr lang="en-ZA" smtClean="0"/>
              <a:t>2025/10/22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E917EF-5832-6556-439D-5AF18932C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A0058-AB32-682B-B5EB-4774B25A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80C9-9162-4DFD-9AD5-F8A66F75EBB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98475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58091-3D4F-D386-A75A-5075148EC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49385E-0C90-429A-271F-65A58525CF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E1F49-402C-56BE-3726-3A2C6BAE93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EF39DA-E113-7EBF-9B1A-682D18BC5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E169-2DF7-4CF2-BA65-B0DB77F8557D}" type="datetimeFigureOut">
              <a:rPr lang="en-ZA" smtClean="0"/>
              <a:t>2025/10/22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701EDC-09A4-F9C6-56F3-F1AD75D0D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BC549F-5399-8F03-793F-D11987E54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80C9-9162-4DFD-9AD5-F8A66F75EBB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04422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18BF-2898-1EC7-51D5-9DB2CDA3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AA232-A766-603F-053B-C63F2DDF28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57C763-6AC0-2DB4-9582-D72AFE161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E169-2DF7-4CF2-BA65-B0DB77F8557D}" type="datetimeFigureOut">
              <a:rPr lang="en-ZA" smtClean="0"/>
              <a:t>2025/10/22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4C6E-A2A3-0185-83F8-2EEF0C7C9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B2844-A031-1B77-64E1-95AD2BEA4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80C9-9162-4DFD-9AD5-F8A66F75EBB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41940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ECDFA0-AF5F-E35A-4246-97F2FCCA96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BC44AE-B972-62C8-997B-BDD4CDDDA5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EB3ED-742B-ED67-7EDC-3591CE62C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4DE169-2DF7-4CF2-BA65-B0DB77F8557D}" type="datetimeFigureOut">
              <a:rPr lang="en-ZA" smtClean="0"/>
              <a:t>2025/10/22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720E48-58F1-96A0-A9A5-6373B9776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A734FB-D5D9-2B22-FC30-DEF81CF70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7880C9-9162-4DFD-9AD5-F8A66F75EBB7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7649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3341A-90CD-B318-C785-AAF2D3E69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3E182E-E2A8-D4DE-8D31-6F698C31D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C15E7-C5DA-A6DF-D568-6614A31C1B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4DE169-2DF7-4CF2-BA65-B0DB77F8557D}" type="datetimeFigureOut">
              <a:rPr lang="en-ZA" smtClean="0"/>
              <a:t>2025/10/22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C3EB3E-B698-A378-ED28-EBE34C0CB1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0B1F4-9706-FAD7-BE62-D3F93E7A36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7880C9-9162-4DFD-9AD5-F8A66F75EBB7}" type="slidenum">
              <a:rPr lang="en-ZA" smtClean="0"/>
              <a:t>‹#›</a:t>
            </a:fld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4BFEF0-1E30-A388-753E-3E43085ED55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419100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ZA" sz="700">
                <a:solidFill>
                  <a:srgbClr val="000000">
                    <a:alpha val="50000"/>
                  </a:srgb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C2 General</a:t>
            </a:r>
          </a:p>
        </p:txBody>
      </p:sp>
    </p:spTree>
    <p:extLst>
      <p:ext uri="{BB962C8B-B14F-4D97-AF65-F5344CB8AC3E}">
        <p14:creationId xmlns:p14="http://schemas.microsoft.com/office/powerpoint/2010/main" val="28651279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F0A604E4-7307-451C-93BE-F1F7E1BF3B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0"/>
            <a:ext cx="1219200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F7F3A0AA-35E5-4085-942B-737839030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5282344"/>
            <a:ext cx="12191998" cy="159074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402F5C38-C747-4173-ABBF-656E39E82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8115300" cy="1590742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5282344"/>
            <a:ext cx="12191998" cy="1590742"/>
          </a:xfrm>
          <a:prstGeom prst="rect">
            <a:avLst/>
          </a:prstGeom>
          <a:gradFill>
            <a:gsLst>
              <a:gs pos="0">
                <a:srgbClr val="000000">
                  <a:alpha val="71765"/>
                </a:srgbClr>
              </a:gs>
              <a:gs pos="100000">
                <a:schemeClr val="accent1">
                  <a:alpha val="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5FCBD1-9B89-D79E-FC47-8CCDB71DBF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9714" y="5490971"/>
            <a:ext cx="6962072" cy="1159200"/>
          </a:xfrm>
        </p:spPr>
        <p:txBody>
          <a:bodyPr anchor="ctr">
            <a:normAutofit/>
          </a:bodyPr>
          <a:lstStyle/>
          <a:p>
            <a:pPr algn="l"/>
            <a:r>
              <a:rPr lang="en-ZA" sz="4000">
                <a:solidFill>
                  <a:srgbClr val="FFFFFF"/>
                </a:solidFill>
              </a:rPr>
              <a:t>Analysis of Vegetable Prices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2BF4F5-0288-CCEF-3D28-9E9D3F2D2F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56522" y="5633765"/>
            <a:ext cx="3408555" cy="873612"/>
          </a:xfrm>
        </p:spPr>
        <p:txBody>
          <a:bodyPr anchor="ctr">
            <a:normAutofit/>
          </a:bodyPr>
          <a:lstStyle/>
          <a:p>
            <a:pPr algn="l"/>
            <a:r>
              <a:rPr lang="en-ZA" sz="2000">
                <a:solidFill>
                  <a:srgbClr val="FFFFFF"/>
                </a:solidFill>
              </a:rPr>
              <a:t>By Ruben Juries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CA8701-2AA3-7879-FEEB-09A647981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218" y="390832"/>
            <a:ext cx="10656182" cy="4519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615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4098B-9103-2045-063D-0E7942CD8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Overview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404486CA-ACBB-37AA-29DB-C0E730B5A1FA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4845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144458-7ECD-28AF-77A7-3D07B4C9C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B02D0C-BA3D-20E3-C716-3B987DD9CAD1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973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/>
              <a:t>Problem statement:</a:t>
            </a:r>
          </a:p>
          <a:p>
            <a:endParaRPr lang="en-ZA" dirty="0"/>
          </a:p>
          <a:p>
            <a:endParaRPr lang="en-Z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9A1A8B-3E60-8C19-BC1C-EED5A93F3EEF}"/>
              </a:ext>
            </a:extLst>
          </p:cNvPr>
          <p:cNvSpPr txBox="1"/>
          <p:nvPr/>
        </p:nvSpPr>
        <p:spPr>
          <a:xfrm>
            <a:off x="658368" y="1426464"/>
            <a:ext cx="106954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Dsdaddsd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Adadadadadada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Adadadadadadadadadadadad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Cccccccccc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329977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412D3-81A5-BBF7-DA22-118617CA8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DF3B5-9193-C21A-02FB-032AB731E5B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99733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/>
              <a:t>Hypothesis to test the data:</a:t>
            </a:r>
          </a:p>
          <a:p>
            <a:endParaRPr lang="en-ZA" dirty="0"/>
          </a:p>
          <a:p>
            <a:endParaRPr lang="en-Z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49D5D7-41F7-1792-5070-82B0CD37F56D}"/>
              </a:ext>
            </a:extLst>
          </p:cNvPr>
          <p:cNvSpPr txBox="1"/>
          <p:nvPr/>
        </p:nvSpPr>
        <p:spPr>
          <a:xfrm>
            <a:off x="658368" y="1426464"/>
            <a:ext cx="106954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Dsdaddsd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Adadadadadada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Adadadadadadadadadadadad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Cccccccccc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51526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3B14C-95D6-F1F2-B1E3-23B70190B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88307-70E7-04C6-CA30-876F65C1528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/>
              <a:t>Findings:</a:t>
            </a:r>
          </a:p>
          <a:p>
            <a:endParaRPr lang="en-ZA" dirty="0"/>
          </a:p>
          <a:p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DD115F-787D-E62B-1123-037D98E1755C}"/>
              </a:ext>
            </a:extLst>
          </p:cNvPr>
          <p:cNvSpPr txBox="1"/>
          <p:nvPr/>
        </p:nvSpPr>
        <p:spPr>
          <a:xfrm>
            <a:off x="658368" y="1426464"/>
            <a:ext cx="106954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Dsdaddsd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Adadadadadada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Adadadadadadadadadadadad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Cccccccccc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925561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1F49F-7D15-3886-4070-2AADEE952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D46B1-BDA6-D59A-0E8D-9C8D2DE8423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/>
              <a:t>Recommendations:</a:t>
            </a:r>
          </a:p>
          <a:p>
            <a:endParaRPr lang="en-ZA" dirty="0"/>
          </a:p>
          <a:p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4589D3-5E20-0A7B-F1D3-6DD3A50FEDC2}"/>
              </a:ext>
            </a:extLst>
          </p:cNvPr>
          <p:cNvSpPr txBox="1"/>
          <p:nvPr/>
        </p:nvSpPr>
        <p:spPr>
          <a:xfrm>
            <a:off x="658368" y="1901952"/>
            <a:ext cx="106954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Dsdaddsd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Adadadadadada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Adadadadadadadadadadadad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Cccccccccc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58100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1AEA-1E38-26CF-8B8E-2D5849495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C25A9-0AC3-6CCB-5616-518CF0E60DA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/>
              <a:t>Trello schedule:</a:t>
            </a:r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25291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E71BC-B719-50C9-4A1D-FECF4A8F7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71634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C247A-FA3F-4967-82B8-72192D76F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2935A-E714-4E24-288B-B000C13ED21F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/>
              <a:t>Links to additional resources:</a:t>
            </a:r>
          </a:p>
          <a:p>
            <a:endParaRPr lang="en-ZA" dirty="0"/>
          </a:p>
          <a:p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3537D5-4174-27A6-4A17-6E44456629B7}"/>
              </a:ext>
            </a:extLst>
          </p:cNvPr>
          <p:cNvSpPr txBox="1"/>
          <p:nvPr/>
        </p:nvSpPr>
        <p:spPr>
          <a:xfrm>
            <a:off x="1069848" y="1690688"/>
            <a:ext cx="1069543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Dsdaddsd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Adadadadadada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Adadadadadadadadadadadad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Cccccccccc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endParaRPr lang="en-ZA" dirty="0"/>
          </a:p>
          <a:p>
            <a:endParaRPr lang="en-ZA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102363-F9FA-0516-6937-C47FBC12F78D}"/>
              </a:ext>
            </a:extLst>
          </p:cNvPr>
          <p:cNvSpPr txBox="1">
            <a:spLocks/>
          </p:cNvSpPr>
          <p:nvPr/>
        </p:nvSpPr>
        <p:spPr>
          <a:xfrm>
            <a:off x="999744" y="5412303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ZA" dirty="0"/>
              <a:t>End</a:t>
            </a:r>
          </a:p>
          <a:p>
            <a:pPr algn="ctr"/>
            <a:endParaRPr lang="en-ZA" dirty="0"/>
          </a:p>
          <a:p>
            <a:pPr algn="ctr"/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7615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CC85D-B4FA-B393-9735-09D33027F9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8D79B-5851-2DD9-2CD6-24DE446C1DF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ZA" dirty="0"/>
              <a:t>Findings:</a:t>
            </a:r>
          </a:p>
          <a:p>
            <a:endParaRPr lang="en-ZA" dirty="0"/>
          </a:p>
          <a:p>
            <a:endParaRPr lang="en-Z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1B33B7-0E52-8D5D-514B-64F9AAD2EC25}"/>
              </a:ext>
            </a:extLst>
          </p:cNvPr>
          <p:cNvSpPr txBox="1"/>
          <p:nvPr/>
        </p:nvSpPr>
        <p:spPr>
          <a:xfrm>
            <a:off x="658368" y="1426464"/>
            <a:ext cx="1069543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Dsdaddsd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Adadadadadada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Adadadadadadadadadadadad</a:t>
            </a: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Z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 err="1"/>
              <a:t>Cccccccccc</a:t>
            </a:r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910861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Analysis of Vegetable Prices</vt:lpstr>
      <vt:lpstr>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Ruben Juries, Vodacom</dc:creator>
  <cp:lastModifiedBy>Ruben Juries, Vodacom</cp:lastModifiedBy>
  <cp:revision>1</cp:revision>
  <dcterms:created xsi:type="dcterms:W3CDTF">2025-10-22T14:36:19Z</dcterms:created>
  <dcterms:modified xsi:type="dcterms:W3CDTF">2025-10-22T14:55:05Z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359f705-2ba0-454b-9cfc-6ce5bcaac040_Enabled">
    <vt:lpwstr>true</vt:lpwstr>
  </property>
  <property fmtid="{D5CDD505-2E9C-101B-9397-08002B2CF9AE}" pid="3" name="MSIP_Label_0359f705-2ba0-454b-9cfc-6ce5bcaac040_SetDate">
    <vt:lpwstr>2025-10-22T14:40:09Z</vt:lpwstr>
  </property>
  <property fmtid="{D5CDD505-2E9C-101B-9397-08002B2CF9AE}" pid="4" name="MSIP_Label_0359f705-2ba0-454b-9cfc-6ce5bcaac040_Method">
    <vt:lpwstr>Standard</vt:lpwstr>
  </property>
  <property fmtid="{D5CDD505-2E9C-101B-9397-08002B2CF9AE}" pid="5" name="MSIP_Label_0359f705-2ba0-454b-9cfc-6ce5bcaac040_Name">
    <vt:lpwstr>0359f705-2ba0-454b-9cfc-6ce5bcaac040</vt:lpwstr>
  </property>
  <property fmtid="{D5CDD505-2E9C-101B-9397-08002B2CF9AE}" pid="6" name="MSIP_Label_0359f705-2ba0-454b-9cfc-6ce5bcaac040_SiteId">
    <vt:lpwstr>68283f3b-8487-4c86-adb3-a5228f18b893</vt:lpwstr>
  </property>
  <property fmtid="{D5CDD505-2E9C-101B-9397-08002B2CF9AE}" pid="7" name="MSIP_Label_0359f705-2ba0-454b-9cfc-6ce5bcaac040_ActionId">
    <vt:lpwstr>71f2750d-e92d-49d3-8a66-52ed9cd20c88</vt:lpwstr>
  </property>
  <property fmtid="{D5CDD505-2E9C-101B-9397-08002B2CF9AE}" pid="8" name="MSIP_Label_0359f705-2ba0-454b-9cfc-6ce5bcaac040_ContentBits">
    <vt:lpwstr>2</vt:lpwstr>
  </property>
  <property fmtid="{D5CDD505-2E9C-101B-9397-08002B2CF9AE}" pid="9" name="MSIP_Label_0359f705-2ba0-454b-9cfc-6ce5bcaac0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C2 General</vt:lpwstr>
  </property>
</Properties>
</file>